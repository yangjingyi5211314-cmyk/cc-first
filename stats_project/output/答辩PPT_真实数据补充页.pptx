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【真实数据验证】GitHub 公开数据集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数据来源：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GitHub: triesonyk/steam-games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原始 121,904 条记录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筛选后 3,471 条独立游戏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为什么做验证？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• 模拟数据结论需要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  真实世界检验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• 增强研究可信度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• 发现模拟未捕捉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  的市场特征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核心对比结果：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偏度：真实 12.11 vs 模拟 3.96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→ 真实市场更极端！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MLE μ：真实 7.48 vs 模拟 7.61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→ 参数设定非常准确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K-S p：真实 0.058 vs 模拟 0.748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→ 临界通过，拟合良好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回归 R²：真实 0.006 vs 模拟 0.001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→ 结论完全一致：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   价格不影响口碑！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【验证】MLE 拟合对比：真实 vs 模拟</a:t>
            </a:r>
          </a:p>
        </p:txBody>
      </p:sp>
      <p:pic>
        <p:nvPicPr>
          <p:cNvPr id="3" name="Picture 2" descr="02_real_m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3367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左图：真实数据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右图：模拟数据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共同点：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都严重右偏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对数正态拟合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  均优于伽马分布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差异：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真实数据更极端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  （更多长尾游戏）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峰值更高更窄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结论：模拟设定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方向正确，但真实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市场分化更严重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【验证】回归结论一致：价格≠口碑</a:t>
            </a:r>
          </a:p>
        </p:txBody>
      </p:sp>
      <p:pic>
        <p:nvPicPr>
          <p:cNvPr id="3" name="Picture 2" descr="05_real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3368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真实数据回归：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R² = 0.006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p = 0.0001（显著）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但解释力仍极低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模拟数据回归：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R² = 0.001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• p = 0.556（不显著）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为什么真实数据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p 显著但 R² 仍低？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→ 样本量大（3471）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  容易检出微小效应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→ 多币种增加噪声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核心结论不变：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价格对口碑影响</a:t>
            </a:r>
          </a:p>
          <a:p>
            <a:pPr>
              <a:spcAft>
                <a:spcPts val="1400"/>
              </a:spcAft>
              <a:defRPr sz="1600">
                <a:solidFill>
                  <a:srgbClr val="000000"/>
                </a:solidFill>
              </a:defRPr>
            </a:pPr>
            <a:r>
              <a:t>微乎其微！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【验证结论】模拟 vs 真实：高度一致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✅ 分布形态一致：真实数据和模拟数据都服从对数正态分布，呈长尾效应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✅ MLE 参数接近：真实 μ=7.48 vs 模拟 μ=7.61，设定准确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✅ 检验结论一致：K-S 检验均支持对数正态假设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✅ 回归结论一致：价格对好评率均无实质影响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⚠️ 真实市场更极端：偏度 12.11 vs 3.96，说明“赢家通吃”比模拟更严重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💡 启示：模拟数据在方法论层面可靠，但实证推广需更大样本和更复杂模型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